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78"/>
  </p:normalViewPr>
  <p:slideViewPr>
    <p:cSldViewPr snapToGrid="0">
      <p:cViewPr varScale="1">
        <p:scale>
          <a:sx n="138" d="100"/>
          <a:sy n="138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2653-0542-1487-9BD5-2D10752D4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5C49E-BDDB-7508-6966-69461C9CB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086F3-B03C-0C6F-BE88-A9570DA1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F80DE-78CB-EBDE-B2C3-75CF7D4F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B779-4B08-5BAF-B643-2B833608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9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A7E1-518D-5128-C926-1DF1FA76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64361-1FE4-26E7-AAE7-95EADC97E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A1475-56AD-99E1-1591-60F9F10A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6C3F6-5318-2D60-5727-89F0F13A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629BB-B367-467E-D8DF-5A62D498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9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6B9E-07B1-75AE-55B6-3F768DB3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8990D-ACF1-C895-78F3-9F0B1F687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9761C-E80C-A8DB-9719-61ED59C6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4678-4483-E2C9-5D12-2F468641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4D02-B879-F680-507D-0FCBFAEA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1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EC22-4F99-1603-7B74-50155DA9F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1FB38-9AE0-7F10-6588-7E5168D97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EAB81-37AA-5B91-17C4-2707AB3B7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B167D-D698-70F8-AC83-9DD0B5A2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0B38E-5B13-4633-6287-21089F75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1A13B-7A1F-1DEE-5F3A-3BC9CD92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9642-75F2-6B1F-14C6-34428419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B3773-5E1D-22CF-0379-15A15ECDC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A3217-2386-CAC6-E71C-14DDCC40C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7145F-CB92-1854-0ED9-9F748C14E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11EB85-1EA9-F797-AE20-F5AEFF0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35884-3B6F-A0E0-3F45-5D9955DF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EF4D8-80D6-3C29-E749-6EA9A626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6D9D4-E94D-07B0-1021-87F0D1DA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5BFC-A097-233D-3F87-F73392EA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1CFCB-72D9-8CE8-B2F1-2479D5BF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B9937-0EAA-BEA8-C51A-7CA60BDD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96455-14CC-8B54-62E8-4305EE34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D9D90-2C65-D19B-B60C-B4F46589D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BD1DD-2715-7873-B800-23A642A2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C42AA-EF17-684A-660B-E267B0F6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9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CC1A-CECB-5432-F6AE-70B7722B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0EF39-13BC-2DEA-03A4-66A5AAE20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332CB-F72C-921C-64C1-4816080CE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A06EC-15CA-4946-E39D-35B53255B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164E5-AFA9-7423-CF62-A8970757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DABE1-7752-C8E5-6695-E53C0190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4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CADBB-CF64-661D-AEB3-B097FD62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66A64-378B-C7FA-253E-478C235E9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8AF3D-36E4-D322-127B-C5BF16AF9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9C028-6197-D121-B52C-8C899CA5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BAC57-141C-3A26-FBB5-AF4C1A1B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AFDFC-4D78-783F-FEAD-DA8E5DD6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5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E59C-81C2-3374-6B73-371F1ED9F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5E358-CEB5-3170-EE91-0D2CB01D4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4772-ABE0-6203-0CCE-DED7E352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158EF-0A01-9738-38DD-171F4AE4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BA372-6481-D5D1-B2CE-5C406E2D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7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81279-0B54-BD6A-C665-B9A6DE1AB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788B3-EC04-F88C-DC5B-CBCB794E9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03CAD-1C7E-8B17-9533-71306EA2A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CB88-BBC8-1740-E3EA-B4230706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AF21-E879-9240-871F-3386530B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376B2-9741-45F0-38D7-8047A379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7C6EF-9CC3-3B83-1A80-0C62C94CC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16A7A-03E0-FB86-F0E4-16358FF51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E4AB4-7D63-6D4A-BD62-14A9E1C77749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2463C-0F59-E0AD-159A-D3931C727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1A130-7520-FEA2-87DF-8658251B1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564B1-D33A-D34C-A9C7-9FBE7895B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0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54010-0F44-3BA8-69E1-8CEAE463D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8362"/>
            <a:ext cx="11862486" cy="2387600"/>
          </a:xfrm>
        </p:spPr>
        <p:txBody>
          <a:bodyPr/>
          <a:lstStyle/>
          <a:p>
            <a:r>
              <a:rPr lang="en-US" dirty="0"/>
              <a:t>MATLAB (Huang Lab) vs. Python (Chi3) Simulations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D76A0-AA78-37D6-DA7C-5701E0CA1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 m, DC 6/125 YDF gain fiber w/ 9.6e25 doping concentration</a:t>
            </a:r>
          </a:p>
          <a:p>
            <a:r>
              <a:rPr lang="en-US" dirty="0"/>
              <a:t>300 fs, 1.75 </a:t>
            </a:r>
            <a:r>
              <a:rPr lang="en-US" dirty="0" err="1"/>
              <a:t>nJ</a:t>
            </a:r>
            <a:r>
              <a:rPr lang="en-US" dirty="0"/>
              <a:t> Gaussian pulse @ 10 MHz</a:t>
            </a:r>
          </a:p>
        </p:txBody>
      </p:sp>
    </p:spTree>
    <p:extLst>
      <p:ext uri="{BB962C8B-B14F-4D97-AF65-F5344CB8AC3E}">
        <p14:creationId xmlns:p14="http://schemas.microsoft.com/office/powerpoint/2010/main" val="392239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9322-ED01-3FBC-ED6B-9C087ADA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MATLAB</a:t>
            </a:r>
          </a:p>
        </p:txBody>
      </p:sp>
      <p:pic>
        <p:nvPicPr>
          <p:cNvPr id="5" name="Picture 4" descr="A graph of a wave&#10;&#10;AI-generated content may be incorrect.">
            <a:extLst>
              <a:ext uri="{FF2B5EF4-FFF2-40B4-BE49-F238E27FC236}">
                <a16:creationId xmlns:a16="http://schemas.microsoft.com/office/drawing/2014/main" id="{310387F7-DD78-7A95-7389-AC8C66AE4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217" y="1343818"/>
            <a:ext cx="6306783" cy="4391061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8971D509-81F1-6C7A-A567-019C7C96C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37242"/>
            <a:ext cx="5885217" cy="258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9A4B-068C-E7FF-516A-37364CD8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247D-C3BB-A265-A454-AD22BBB4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Python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9F00A46B-6E12-389E-9C17-EC859EA79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0394"/>
            <a:ext cx="5989763" cy="2797212"/>
          </a:xfrm>
          <a:prstGeom prst="rect">
            <a:avLst/>
          </a:prstGeom>
        </p:spPr>
      </p:pic>
      <p:pic>
        <p:nvPicPr>
          <p:cNvPr id="6" name="Picture 5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CFD14354-3B5D-9BF5-C0E5-8BCAC7828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63" y="1239628"/>
            <a:ext cx="6202237" cy="465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1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7C7D-796C-14F1-9A81-7021E436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464D-D6C1-68AD-EDEB-77F9A4ADC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8362"/>
            <a:ext cx="11862486" cy="2387600"/>
          </a:xfrm>
        </p:spPr>
        <p:txBody>
          <a:bodyPr/>
          <a:lstStyle/>
          <a:p>
            <a:r>
              <a:rPr lang="en-US" dirty="0"/>
              <a:t>MATLAB (Huang Lab) vs. Python (Chi3) Simulations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C4F77-DCCE-18B5-BE53-1F0088428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 m, DC 6/125 YDF gain fiber w/ 9.6e25 doping concentration</a:t>
            </a:r>
          </a:p>
          <a:p>
            <a:r>
              <a:rPr lang="en-US" dirty="0"/>
              <a:t>300 fs, 1.75 </a:t>
            </a:r>
            <a:r>
              <a:rPr lang="en-US" dirty="0" err="1"/>
              <a:t>nJ</a:t>
            </a:r>
            <a:r>
              <a:rPr lang="en-US" dirty="0"/>
              <a:t> Gaussian pulse @ 10 MHz</a:t>
            </a:r>
          </a:p>
        </p:txBody>
      </p:sp>
    </p:spTree>
    <p:extLst>
      <p:ext uri="{BB962C8B-B14F-4D97-AF65-F5344CB8AC3E}">
        <p14:creationId xmlns:p14="http://schemas.microsoft.com/office/powerpoint/2010/main" val="341856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39FA-5823-13EA-A26A-546DF094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34E9-0293-3F57-7CD0-61B24E8FA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MATLAB</a:t>
            </a:r>
          </a:p>
        </p:txBody>
      </p:sp>
      <p:pic>
        <p:nvPicPr>
          <p:cNvPr id="4" name="Picture 3" descr="A graph of a waveform&#10;&#10;AI-generated content may be incorrect.">
            <a:extLst>
              <a:ext uri="{FF2B5EF4-FFF2-40B4-BE49-F238E27FC236}">
                <a16:creationId xmlns:a16="http://schemas.microsoft.com/office/drawing/2014/main" id="{8D3CC0A1-8E95-BAC8-7854-A4791432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276" y="1343818"/>
            <a:ext cx="6756076" cy="4577406"/>
          </a:xfrm>
          <a:prstGeom prst="rect">
            <a:avLst/>
          </a:prstGeom>
        </p:spPr>
      </p:pic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0F43FCFD-B56D-DDD2-1B77-70691ECE1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0205"/>
            <a:ext cx="5338276" cy="23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6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D48F3-E2C1-8410-0CE9-FC3483C7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6922-3DC8-CA75-0940-1344B6D5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Python</a:t>
            </a:r>
          </a:p>
        </p:txBody>
      </p:sp>
      <p:pic>
        <p:nvPicPr>
          <p:cNvPr id="5" name="Picture 4" descr="A group of images of a graph&#10;&#10;AI-generated content may be incorrect.">
            <a:extLst>
              <a:ext uri="{FF2B5EF4-FFF2-40B4-BE49-F238E27FC236}">
                <a16:creationId xmlns:a16="http://schemas.microsoft.com/office/drawing/2014/main" id="{56AAB407-D7F5-7DEC-B87C-222051C28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844" y="1168764"/>
            <a:ext cx="6569676" cy="4927257"/>
          </a:xfrm>
          <a:prstGeom prst="rect">
            <a:avLst/>
          </a:prstGeom>
        </p:spPr>
      </p:pic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12E2E020-CE6E-28F7-BA69-0FAA3D07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0" y="2229708"/>
            <a:ext cx="5609844" cy="261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1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74</Words>
  <Application>Microsoft Macintosh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MATLAB (Huang Lab) vs. Python (Chi3) Simulations</vt:lpstr>
      <vt:lpstr>MATLAB</vt:lpstr>
      <vt:lpstr>Python</vt:lpstr>
      <vt:lpstr>MATLAB (Huang Lab) vs. Python (Chi3) Simulations</vt:lpstr>
      <vt:lpstr>MATLAB</vt:lpstr>
      <vt:lpstr>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Nowak</dc:creator>
  <cp:lastModifiedBy>Bruno Nowak</cp:lastModifiedBy>
  <cp:revision>1</cp:revision>
  <dcterms:created xsi:type="dcterms:W3CDTF">2026-01-30T22:54:42Z</dcterms:created>
  <dcterms:modified xsi:type="dcterms:W3CDTF">2026-01-30T23:17:14Z</dcterms:modified>
</cp:coreProperties>
</file>