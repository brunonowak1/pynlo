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33"/>
    <p:restoredTop sz="94658"/>
  </p:normalViewPr>
  <p:slideViewPr>
    <p:cSldViewPr snapToGrid="0">
      <p:cViewPr varScale="1">
        <p:scale>
          <a:sx n="105" d="100"/>
          <a:sy n="105" d="100"/>
        </p:scale>
        <p:origin x="304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2653-0542-1487-9BD5-2D10752D49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05C49E-BDDB-7508-6966-69461C9CB8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086F3-B03C-0C6F-BE88-A9570DA1F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F80DE-78CB-EBDE-B2C3-75CF7D4FF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57B779-4B08-5BAF-B643-2B8336080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299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A7E1-518D-5128-C926-1DF1FA765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64361-1FE4-26E7-AAE7-95EADC97E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A1475-56AD-99E1-1591-60F9F10A1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6C3F6-5318-2D60-5727-89F0F13A0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629BB-B367-467E-D8DF-5A62D4981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296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E6B9E-07B1-75AE-55B6-3F768DB39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8990D-ACF1-C895-78F3-9F0B1F687B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9761C-E80C-A8DB-9719-61ED59C6A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074678-4483-E2C9-5D12-2F4686414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A4D02-B879-F680-507D-0FCBFAEA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11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2EC22-4F99-1603-7B74-50155DA9F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1FB38-9AE0-7F10-6588-7E5168D97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5EAB81-37AA-5B91-17C4-2707AB3B7D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5B167D-D698-70F8-AC83-9DD0B5A25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0B38E-5B13-4633-6287-21089F751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01A13B-7A1F-1DEE-5F3A-3BC9CD923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20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99642-75F2-6B1F-14C6-344284198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B3773-5E1D-22CF-0379-15A15ECDC6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0A3217-2386-CAC6-E71C-14DDCC40C1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97145F-CB92-1854-0ED9-9F748C14E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11EB85-1EA9-F797-AE20-F5AEFF0C9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335884-3B6F-A0E0-3F45-5D9955DFF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3EF4D8-80D6-3C29-E749-6EA9A6263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D6D9D4-E94D-07B0-1021-87F0D1DAB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93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25BFC-A097-233D-3F87-F73392EA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1CFCB-72D9-8CE8-B2F1-2479D5BFC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8B9937-0EAA-BEA8-C51A-7CA60BDD0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496455-14CC-8B54-62E8-4305EE340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28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6D9D90-2C65-D19B-B60C-B4F46589D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D1DD-2715-7873-B800-23A642A2E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EC42AA-EF17-684A-660B-E267B0F6E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29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CC1A-CECB-5432-F6AE-70B7722BD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0EF39-13BC-2DEA-03A4-66A5AAE20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F332CB-F72C-921C-64C1-4816080CE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CA06EC-15CA-4946-E39D-35B53255B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164E5-AFA9-7423-CF62-A8970757C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DABE1-7752-C8E5-6695-E53C01907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048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CADBB-CF64-661D-AEB3-B097FD623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466A64-378B-C7FA-253E-478C235E9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C8AF3D-36E4-D322-127B-C5BF16AF94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89C028-6197-D121-B52C-8C899CA51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ABAC57-141C-3A26-FBB5-AF4C1A1B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AFDFC-4D78-783F-FEAD-DA8E5DD63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755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FE59C-81C2-3374-6B73-371F1ED9F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85E358-CEB5-3170-EE91-0D2CB01D4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A4772-ABE0-6203-0CCE-DED7E3523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158EF-0A01-9738-38DD-171F4AE40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BA372-6481-D5D1-B2CE-5C406E2D3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177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B81279-0B54-BD6A-C665-B9A6DE1AB7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788B3-EC04-F88C-DC5B-CBCB794E9A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903CAD-1C7E-8B17-9533-71306EA2A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F6CB88-BBC8-1740-E3EA-B4230706E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53AF21-E879-9240-871F-3386530BF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72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6376B2-9741-45F0-38D7-8047A3796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17C6EF-9CC3-3B83-1A80-0C62C94CC4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16A7A-03E0-FB86-F0E4-16358FF51C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2E4AB4-7D63-6D4A-BD62-14A9E1C7774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2463C-0F59-E0AD-159A-D3931C7275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1A130-7520-FEA2-87DF-8658251B12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F564B1-D33A-D34C-A9C7-9FBE7895B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105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54010-0F44-3BA8-69E1-8CEAE463D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68362"/>
            <a:ext cx="11862486" cy="2387600"/>
          </a:xfrm>
        </p:spPr>
        <p:txBody>
          <a:bodyPr/>
          <a:lstStyle/>
          <a:p>
            <a:r>
              <a:rPr lang="en-US" dirty="0"/>
              <a:t>MATLAB (Huang Lab) vs. Python (Chi3) Simulations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AD76A0-AA78-37D6-DA7C-5701E0CA11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5 m, DC 6/125 YDF gain fiber w/ 9.6e25 doping concentration</a:t>
            </a:r>
          </a:p>
          <a:p>
            <a:r>
              <a:rPr lang="en-US" dirty="0"/>
              <a:t>300 fs, 1.75 </a:t>
            </a:r>
            <a:r>
              <a:rPr lang="en-US" dirty="0" err="1"/>
              <a:t>nJ</a:t>
            </a:r>
            <a:r>
              <a:rPr lang="en-US" dirty="0"/>
              <a:t> Gaussian pulse @ 10 MHz</a:t>
            </a:r>
          </a:p>
        </p:txBody>
      </p:sp>
    </p:spTree>
    <p:extLst>
      <p:ext uri="{BB962C8B-B14F-4D97-AF65-F5344CB8AC3E}">
        <p14:creationId xmlns:p14="http://schemas.microsoft.com/office/powerpoint/2010/main" val="3922394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69322-ED01-3FBC-ED6B-9C087ADAC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US" dirty="0"/>
              <a:t>MATLAB</a:t>
            </a:r>
          </a:p>
        </p:txBody>
      </p:sp>
      <p:pic>
        <p:nvPicPr>
          <p:cNvPr id="5" name="Picture 4" descr="A graph of a wave&#10;&#10;AI-generated content may be incorrect.">
            <a:extLst>
              <a:ext uri="{FF2B5EF4-FFF2-40B4-BE49-F238E27FC236}">
                <a16:creationId xmlns:a16="http://schemas.microsoft.com/office/drawing/2014/main" id="{310387F7-DD78-7A95-7389-AC8C66AE4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18816"/>
            <a:ext cx="5945018" cy="4139184"/>
          </a:xfrm>
          <a:prstGeom prst="rect">
            <a:avLst/>
          </a:prstGeom>
        </p:spPr>
      </p:pic>
      <p:pic>
        <p:nvPicPr>
          <p:cNvPr id="7" name="Picture 6" descr="A graph of a function&#10;&#10;AI-generated content may be incorrect.">
            <a:extLst>
              <a:ext uri="{FF2B5EF4-FFF2-40B4-BE49-F238E27FC236}">
                <a16:creationId xmlns:a16="http://schemas.microsoft.com/office/drawing/2014/main" id="{8971D509-81F1-6C7A-A567-019C7C96C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3391" y="0"/>
            <a:ext cx="5885217" cy="2583515"/>
          </a:xfrm>
          <a:prstGeom prst="rect">
            <a:avLst/>
          </a:prstGeom>
        </p:spPr>
      </p:pic>
      <p:pic>
        <p:nvPicPr>
          <p:cNvPr id="4" name="Picture 3" descr="A collage of images of a spectrum&#10;&#10;AI-generated content may be incorrect.">
            <a:extLst>
              <a:ext uri="{FF2B5EF4-FFF2-40B4-BE49-F238E27FC236}">
                <a16:creationId xmlns:a16="http://schemas.microsoft.com/office/drawing/2014/main" id="{DF1FC117-C124-74AA-6C75-3608C8C798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049" y="2718816"/>
            <a:ext cx="6380949" cy="413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42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79A4B-068C-E7FF-516A-37364CD8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5247D-C3BB-A265-A454-AD22BBB40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US" dirty="0"/>
              <a:t>Python</a:t>
            </a:r>
          </a:p>
        </p:txBody>
      </p:sp>
      <p:pic>
        <p:nvPicPr>
          <p:cNvPr id="4" name="Picture 3" descr="A graph of a function&#10;&#10;AI-generated content may be incorrect.">
            <a:extLst>
              <a:ext uri="{FF2B5EF4-FFF2-40B4-BE49-F238E27FC236}">
                <a16:creationId xmlns:a16="http://schemas.microsoft.com/office/drawing/2014/main" id="{9F00A46B-6E12-389E-9C17-EC859EA79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5952" y="0"/>
            <a:ext cx="4985551" cy="2328246"/>
          </a:xfrm>
          <a:prstGeom prst="rect">
            <a:avLst/>
          </a:prstGeom>
        </p:spPr>
      </p:pic>
      <p:pic>
        <p:nvPicPr>
          <p:cNvPr id="6" name="Picture 5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CFD14354-3B5D-9BF5-C0E5-8BCAC7828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67746"/>
            <a:ext cx="6096000" cy="4572000"/>
          </a:xfrm>
          <a:prstGeom prst="rect">
            <a:avLst/>
          </a:prstGeom>
        </p:spPr>
      </p:pic>
      <p:pic>
        <p:nvPicPr>
          <p:cNvPr id="8" name="Picture 7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26CBAC7E-FA9D-9C0A-CE7F-D8902BE30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6187" y="2346501"/>
            <a:ext cx="6005814" cy="4511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514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47C7D-796C-14F1-9A81-7021E4366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B464D-D6C1-68AD-EDEB-77F9A4ADCD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68362"/>
            <a:ext cx="11862486" cy="2387600"/>
          </a:xfrm>
        </p:spPr>
        <p:txBody>
          <a:bodyPr/>
          <a:lstStyle/>
          <a:p>
            <a:r>
              <a:rPr lang="en-US" dirty="0"/>
              <a:t>MATLAB (Huang Lab) vs. Python (Chi3) Simulations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C4F77-DCCE-18B5-BE53-1F00884286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 m, DC 6/125 YDF gain fiber w/ 9.6e25 doping concentration</a:t>
            </a:r>
          </a:p>
          <a:p>
            <a:r>
              <a:rPr lang="en-US" dirty="0"/>
              <a:t>300 fs, 1.75 </a:t>
            </a:r>
            <a:r>
              <a:rPr lang="en-US" dirty="0" err="1"/>
              <a:t>nJ</a:t>
            </a:r>
            <a:r>
              <a:rPr lang="en-US" dirty="0"/>
              <a:t> Gaussian pulse @ 10 MHz</a:t>
            </a:r>
          </a:p>
        </p:txBody>
      </p:sp>
    </p:spTree>
    <p:extLst>
      <p:ext uri="{BB962C8B-B14F-4D97-AF65-F5344CB8AC3E}">
        <p14:creationId xmlns:p14="http://schemas.microsoft.com/office/powerpoint/2010/main" val="3418561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739FA-5823-13EA-A26A-546DF0947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34E9-0293-3F57-7CD0-61B24E8FA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US" dirty="0"/>
              <a:t>MATLAB</a:t>
            </a:r>
          </a:p>
        </p:txBody>
      </p:sp>
      <p:pic>
        <p:nvPicPr>
          <p:cNvPr id="4" name="Picture 3" descr="A graph of a waveform&#10;&#10;AI-generated content may be incorrect.">
            <a:extLst>
              <a:ext uri="{FF2B5EF4-FFF2-40B4-BE49-F238E27FC236}">
                <a16:creationId xmlns:a16="http://schemas.microsoft.com/office/drawing/2014/main" id="{8D3CC0A1-8E95-BAC8-7854-A47914328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39876"/>
            <a:ext cx="5930595" cy="4018123"/>
          </a:xfrm>
          <a:prstGeom prst="rect">
            <a:avLst/>
          </a:prstGeom>
        </p:spPr>
      </p:pic>
      <p:pic>
        <p:nvPicPr>
          <p:cNvPr id="8" name="Picture 7" descr="A graph of a function&#10;&#10;AI-generated content may be incorrect.">
            <a:extLst>
              <a:ext uri="{FF2B5EF4-FFF2-40B4-BE49-F238E27FC236}">
                <a16:creationId xmlns:a16="http://schemas.microsoft.com/office/drawing/2014/main" id="{0F43FCFD-B56D-DDD2-1B77-70691ECE1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091" y="18255"/>
            <a:ext cx="6086115" cy="27310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1102FB-908A-8095-9F19-F8F94C0DC4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6775" y="2950464"/>
            <a:ext cx="6165223" cy="3907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567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D48F3-E2C1-8410-0CE9-FC3483C77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C6922-3DC8-CA75-0940-1344B6D5B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US" dirty="0"/>
              <a:t>Python</a:t>
            </a:r>
          </a:p>
        </p:txBody>
      </p:sp>
      <p:pic>
        <p:nvPicPr>
          <p:cNvPr id="5" name="Picture 4" descr="A group of images of a graph&#10;&#10;AI-generated content may be incorrect.">
            <a:extLst>
              <a:ext uri="{FF2B5EF4-FFF2-40B4-BE49-F238E27FC236}">
                <a16:creationId xmlns:a16="http://schemas.microsoft.com/office/drawing/2014/main" id="{56AAB407-D7F5-7DEC-B87C-222051C28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283688"/>
            <a:ext cx="6099083" cy="4574312"/>
          </a:xfrm>
          <a:prstGeom prst="rect">
            <a:avLst/>
          </a:prstGeom>
        </p:spPr>
      </p:pic>
      <p:pic>
        <p:nvPicPr>
          <p:cNvPr id="8" name="Picture 7" descr="A graph of a function&#10;&#10;AI-generated content may be incorrect.">
            <a:extLst>
              <a:ext uri="{FF2B5EF4-FFF2-40B4-BE49-F238E27FC236}">
                <a16:creationId xmlns:a16="http://schemas.microsoft.com/office/drawing/2014/main" id="{12E2E020-CE6E-28F7-BA69-0FAA3D072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18255"/>
            <a:ext cx="4860578" cy="2269884"/>
          </a:xfrm>
          <a:prstGeom prst="rect">
            <a:avLst/>
          </a:prstGeom>
        </p:spPr>
      </p:pic>
      <p:pic>
        <p:nvPicPr>
          <p:cNvPr id="4" name="Picture 3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213C359F-A2C4-61D6-5487-2539B8EC34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283688"/>
            <a:ext cx="6099082" cy="457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412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74</Words>
  <Application>Microsoft Macintosh PowerPoint</Application>
  <PresentationFormat>Widescreen</PresentationFormat>
  <Paragraphs>10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MATLAB (Huang Lab) vs. Python (Chi3) Simulations</vt:lpstr>
      <vt:lpstr>MATLAB</vt:lpstr>
      <vt:lpstr>Python</vt:lpstr>
      <vt:lpstr>MATLAB (Huang Lab) vs. Python (Chi3) Simulations</vt:lpstr>
      <vt:lpstr>MATLAB</vt:lpstr>
      <vt:lpstr>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Bruno Nowak</dc:creator>
  <cp:lastModifiedBy>Bruno Nowak</cp:lastModifiedBy>
  <cp:revision>2</cp:revision>
  <dcterms:created xsi:type="dcterms:W3CDTF">2026-01-30T22:54:42Z</dcterms:created>
  <dcterms:modified xsi:type="dcterms:W3CDTF">2026-01-31T00:41:21Z</dcterms:modified>
</cp:coreProperties>
</file>